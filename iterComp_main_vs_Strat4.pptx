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51"/>
  </p:normalViewPr>
  <p:slideViewPr>
    <p:cSldViewPr snapToGrid="0">
      <p:cViewPr varScale="1">
        <p:scale>
          <a:sx n="110" d="100"/>
          <a:sy n="110" d="100"/>
        </p:scale>
        <p:origin x="7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16CA9-235C-76A7-D5CE-60536B6333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8989D5-E293-A570-9834-28ECCFCE5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0247D-4212-16DC-29A0-85E50E0F2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7FF3-4AF6-3A4A-BFC1-1FE523797260}" type="datetimeFigureOut">
              <a:rPr lang="en-US" smtClean="0"/>
              <a:t>11/12/24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06852-5171-F6FF-4CE2-33BD16DBB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11BC7-74FB-D475-7433-900377951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365F9-9F26-5745-8872-DD8A45BDE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466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D1479-599F-6F98-A881-4A86FDB2B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7AE84-DBAB-342A-BAB1-24146ED0A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1D402-F840-D3B5-74C4-62895DBA0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7FF3-4AF6-3A4A-BFC1-1FE523797260}" type="datetimeFigureOut">
              <a:rPr lang="en-US" smtClean="0"/>
              <a:t>11/12/24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31864-0D49-58CD-5B6B-69B7B6953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F2396-A708-4737-12AA-A6A9E6430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365F9-9F26-5745-8872-DD8A45BDE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247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4ED67-756F-4C24-E753-D05CE3FB9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CD5FC-69D4-42E2-966C-BE840E415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C9611-3D3D-4BA0-7F83-CBED4410D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7FF3-4AF6-3A4A-BFC1-1FE523797260}" type="datetimeFigureOut">
              <a:rPr lang="en-US" smtClean="0"/>
              <a:t>11/12/24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DE678-54D9-5926-3800-0912354F2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5D9F-7F39-8DAB-3FF9-923BE6A2D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365F9-9F26-5745-8872-DD8A45BDE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838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827FF-B2D1-FCFA-AF1A-745144910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90A6E-6BC7-5E58-0961-34F1F20AB7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D31BC-786C-A2B7-DD45-0ACC03DCD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03F96-C2C4-7036-83DD-885890F0D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7FF3-4AF6-3A4A-BFC1-1FE523797260}" type="datetimeFigureOut">
              <a:rPr lang="en-US" smtClean="0"/>
              <a:t>11/12/24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4A5628-FA21-68B4-31F8-3B10B185A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EE7D6-768C-6D88-4E0C-949D8FE69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365F9-9F26-5745-8872-DD8A45BDE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223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39ABD-1AB5-179B-A7D9-A3A3F7A61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9B5AC-7F15-0576-B43C-02295590A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BF82FF-2432-9B61-D29B-BB014957B6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C13CDE-2194-D886-F9B9-4EADEC5FD8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65D72D-4BEF-112A-F04C-A73F144059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33827-44AB-4E4C-501B-A4A36A536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7FF3-4AF6-3A4A-BFC1-1FE523797260}" type="datetimeFigureOut">
              <a:rPr lang="en-US" smtClean="0"/>
              <a:t>11/12/24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6DC8AE-E6E9-B277-7C4D-A3E031192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2AEA24-288A-27E2-3D68-1523CF863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365F9-9F26-5745-8872-DD8A45BDE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902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5442D-6699-72C4-373C-052BF5AA1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51E02C-3D51-B395-E510-83DAF5FA1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7FF3-4AF6-3A4A-BFC1-1FE523797260}" type="datetimeFigureOut">
              <a:rPr lang="en-US" smtClean="0"/>
              <a:t>11/12/24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FD048C-4321-8075-6F43-1C1682A1B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668EBF-E4F4-95C1-EE8C-21364AEBF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365F9-9F26-5745-8872-DD8A45BDE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704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C95763-AD94-AC6C-D8E9-21475F0C1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7FF3-4AF6-3A4A-BFC1-1FE523797260}" type="datetimeFigureOut">
              <a:rPr lang="en-US" smtClean="0"/>
              <a:t>11/12/24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BBA511-98A2-42B4-764A-6EC0F9015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16A95-809F-AAB9-EB1C-D1D9E6EE9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365F9-9F26-5745-8872-DD8A45BDE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4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EAC21-4CCE-6DD9-4A20-CC00EC86E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2FF9C-BE31-5C48-45F5-42AA24123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844FCD-4A3A-AC9B-CACC-22578B8963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00DD69-4842-4A8F-30AC-DEC34C178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7FF3-4AF6-3A4A-BFC1-1FE523797260}" type="datetimeFigureOut">
              <a:rPr lang="en-US" smtClean="0"/>
              <a:t>11/12/24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EF4A7-08B5-CC80-A861-3DE05606D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8B8EB-059C-F7FC-EEA8-22639C770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365F9-9F26-5745-8872-DD8A45BDE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241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DF743-11CE-ACDD-BBA9-6BA520EC2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B903EF-0ED3-22C4-8E47-9FBD946047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62B574-14F5-D419-B574-464BEB4EF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126764-9811-D8A6-C54D-B4EA42541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7FF3-4AF6-3A4A-BFC1-1FE523797260}" type="datetimeFigureOut">
              <a:rPr lang="en-US" smtClean="0"/>
              <a:t>11/12/24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A85E4B-9D1E-661E-502C-167155A1C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48E0D-8808-C960-8DE4-7EF6FE2C2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365F9-9F26-5745-8872-DD8A45BDE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129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208E-C393-6143-E36C-84458052D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6F9FFA-67DF-EED0-6C22-3487EAA2B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066CB-02BC-A41B-797D-B03E80830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7FF3-4AF6-3A4A-BFC1-1FE523797260}" type="datetimeFigureOut">
              <a:rPr lang="en-US" smtClean="0"/>
              <a:t>11/12/24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A9D73-1652-8DE5-67F2-70F966D5C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E569D-6D79-770A-A483-76C2CC5A6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365F9-9F26-5745-8872-DD8A45BDE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983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1E7B26-7119-6C73-C0F1-D63F3BA1CC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1571FC-D48C-4F87-E869-C5D59DB6F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2C783-0627-0E4E-0C6D-E6E6A412C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7FF3-4AF6-3A4A-BFC1-1FE523797260}" type="datetimeFigureOut">
              <a:rPr lang="en-US" smtClean="0"/>
              <a:t>11/12/24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41A54-E2C3-ECC2-F6E0-C4B55489A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A9475-5DEE-6D3F-5859-A2650BD60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365F9-9F26-5745-8872-DD8A45BDE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484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C2158C-CC9E-0D16-4199-CF31F3289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D85BF-6EDF-8841-1484-4B4EAF068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DC244-ADB4-5EF0-0A7D-AC75B1DD62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647FF3-4AF6-3A4A-BFC1-1FE523797260}" type="datetimeFigureOut">
              <a:rPr lang="en-US" smtClean="0"/>
              <a:t>11/12/24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034D8-DD8C-1A8C-2214-CB398BFC10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423F4-AB0E-EBAA-827F-78F87B01E3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4365F9-9F26-5745-8872-DD8A45BDE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54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D337C-D95D-56A1-2B74-A2F5EC383E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37F0E-B51E-37FE-E23A-9752A72620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957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3F82F-85C5-1AEE-0B9B-A6A019D25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N30, Comp main – Strat4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4857E-3F36-F628-3681-2CA94D9B3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6A2B56-9BF3-F106-52A1-38C1CAA5A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21422"/>
            <a:ext cx="7772400" cy="3015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885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8D88-6360-DA1A-6077-D58FB4569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N40, Comp main – Strat4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7D0BF-A688-8ADB-BCBF-6B95DFE5B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C196E4-C23B-4689-A35A-A7F033F1E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78315"/>
            <a:ext cx="7772400" cy="2901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149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D08C0-2322-E274-FE5F-6520F4EE0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N50, Comp main – Strat4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5CB92-A606-2CA6-4635-86A7D0417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5083A2-5109-E156-5791-12558A20E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72988" cy="3727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120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</Words>
  <Application>Microsoft Macintosh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N30, Comp main – Strat4</vt:lpstr>
      <vt:lpstr>N40, Comp main – Strat4</vt:lpstr>
      <vt:lpstr>N50, Comp main – Strat4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Nguyen</dc:creator>
  <cp:lastModifiedBy>Di Nguyen</cp:lastModifiedBy>
  <cp:revision>1</cp:revision>
  <dcterms:created xsi:type="dcterms:W3CDTF">2024-11-12T18:56:26Z</dcterms:created>
  <dcterms:modified xsi:type="dcterms:W3CDTF">2024-11-12T18:59:49Z</dcterms:modified>
</cp:coreProperties>
</file>