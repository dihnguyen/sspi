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60" r:id="rId3"/>
    <p:sldId id="261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34"/>
    <p:restoredTop sz="94737"/>
  </p:normalViewPr>
  <p:slideViewPr>
    <p:cSldViewPr snapToGrid="0">
      <p:cViewPr varScale="1">
        <p:scale>
          <a:sx n="128" d="100"/>
          <a:sy n="128" d="100"/>
        </p:scale>
        <p:origin x="20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7T19:36:01.5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7T19:36:01.9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7T19:36:02.4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7T19:36:02.8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7T19:36:03.1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7T19:36:03.5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7T19:36:03.8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7T19:36:04.2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9 14258,'-5'-5'0,"2"2"0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7T19:36:04.8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7T19:36:05.2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24575,'0'0'0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7T19:36:05.7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24575,'0'0'0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7T19:36:06.4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24575,'0'0'0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7T19:36:07.1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7T19:36:07.6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24575,'0'0'0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7T19:36:08.5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24575,'0'0'0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4T19:30:08.4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4T19:30:08.4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4T19:30:08.478"/>
    </inkml:context>
    <inkml:brush xml:id="br0">
      <inkml:brushProperty name="width" value="0.05" units="cm"/>
      <inkml:brushProperty name="height" value="0.05" units="cm"/>
      <inkml:brushProperty name="color" value="#FF0000"/>
    </inkml:brush>
  </inkml:definitions>
  <inkml:trace contextRef="#ctx0" brushRef="#br0">0 0 24575,'0'0'0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4T19:30:08.4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24575,'0'0'0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4T19:30:08.4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24575,'0'0'0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4T19:30:08.481"/>
    </inkml:context>
    <inkml:brush xml:id="br0">
      <inkml:brushProperty name="width" value="0.05" units="cm"/>
      <inkml:brushProperty name="height" value="0.05" units="cm"/>
      <inkml:brushProperty name="color" value="#FF0000"/>
    </inkml:brush>
  </inkml:definitions>
  <inkml:trace contextRef="#ctx0" brushRef="#br0">0 0 24575,'0'0'0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4T19:30:08.4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24575,'0'0'0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4T19:30:08.4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9 14258,'-5'-5'0,"2"2"0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4T19:30:08.4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4T19:30:08.4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24575,'0'0'0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4T19:30:08.4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24575,'0'0'0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4T19:30:08.487"/>
    </inkml:context>
    <inkml:brush xml:id="br0">
      <inkml:brushProperty name="width" value="0.05" units="cm"/>
      <inkml:brushProperty name="height" value="0.05" units="cm"/>
      <inkml:brushProperty name="color" value="#FF0000"/>
    </inkml:brush>
  </inkml:definitions>
  <inkml:trace contextRef="#ctx0" brushRef="#br0">1 0 24575,'0'0'0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4T19:30:08.488"/>
    </inkml:context>
    <inkml:brush xml:id="br0">
      <inkml:brushProperty name="width" value="0.05" units="cm"/>
      <inkml:brushProperty name="height" value="0.05" units="cm"/>
      <inkml:brushProperty name="color" value="#FF0000"/>
    </inkml:brush>
  </inkml:definitions>
  <inkml:trace contextRef="#ctx0" brushRef="#br0">1 1 24575,'0'0'0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4T19:30:08.4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24575,'0'0'0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4T19:30:08.490"/>
    </inkml:context>
    <inkml:brush xml:id="br0">
      <inkml:brushProperty name="width" value="0.05" units="cm"/>
      <inkml:brushProperty name="height" value="0.05" units="cm"/>
      <inkml:brushProperty name="color" value="#FF0000"/>
    </inkml:brush>
  </inkml:definitions>
  <inkml:trace contextRef="#ctx0" brushRef="#br0">1 0 24575,'0'0'0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4T19:31:19.9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4T19:31:19.9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4T19:31:19.994"/>
    </inkml:context>
    <inkml:brush xml:id="br0">
      <inkml:brushProperty name="width" value="0.05" units="cm"/>
      <inkml:brushProperty name="height" value="0.05" units="cm"/>
      <inkml:brushProperty name="color" value="#FF0000"/>
    </inkml:brush>
  </inkml:definitions>
  <inkml:trace contextRef="#ctx0" brushRef="#br0">0 0 24575,'0'0'0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4T19:31:19.9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24575,'0'0'0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4T19:31:19.9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24575,'0'0'0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4T19:31:19.997"/>
    </inkml:context>
    <inkml:brush xml:id="br0">
      <inkml:brushProperty name="width" value="0.05" units="cm"/>
      <inkml:brushProperty name="height" value="0.05" units="cm"/>
      <inkml:brushProperty name="color" value="#FF0000"/>
    </inkml:brush>
  </inkml:definitions>
  <inkml:trace contextRef="#ctx0" brushRef="#br0">0 0 24575,'0'0'0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4T19:31:19.9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24575,'0'0'0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4T19:31:19.9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9 14258,'-5'-5'0,"2"2"0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4T19:31: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4T19:31:20.0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24575,'0'0'0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4T19:31:20.0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24575,'0'0'0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4T19:31:20.003"/>
    </inkml:context>
    <inkml:brush xml:id="br0">
      <inkml:brushProperty name="width" value="0.05" units="cm"/>
      <inkml:brushProperty name="height" value="0.05" units="cm"/>
      <inkml:brushProperty name="color" value="#FF0000"/>
    </inkml:brush>
  </inkml:definitions>
  <inkml:trace contextRef="#ctx0" brushRef="#br0">1 0 24575,'0'0'0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4T19:31:20.004"/>
    </inkml:context>
    <inkml:brush xml:id="br0">
      <inkml:brushProperty name="width" value="0.05" units="cm"/>
      <inkml:brushProperty name="height" value="0.05" units="cm"/>
      <inkml:brushProperty name="color" value="#FF0000"/>
    </inkml:brush>
  </inkml:definitions>
  <inkml:trace contextRef="#ctx0" brushRef="#br0">1 1 24575,'0'0'0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4T19:31:20.0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24575,'0'0'0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4T19:31:20.006"/>
    </inkml:context>
    <inkml:brush xml:id="br0">
      <inkml:brushProperty name="width" value="0.05" units="cm"/>
      <inkml:brushProperty name="height" value="0.05" units="cm"/>
      <inkml:brushProperty name="color" value="#FF0000"/>
    </inkml:brush>
  </inkml:definitions>
  <inkml:trace contextRef="#ctx0" brushRef="#br0">1 0 24575,'0'0'0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CA4DE-6D82-5E8D-F4DA-747028E5F8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FFDDC5-5755-0D14-E2DE-526972EE0B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5388E-805C-C5B0-7F34-DB25049B3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C42DE-20E7-B947-98AE-BA8D10C43E80}" type="datetimeFigureOut">
              <a:rPr lang="en-US" smtClean="0"/>
              <a:t>10/14/24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E36CA9-A498-5EF8-9A67-4821F6419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26000D-8B3B-663B-53B3-43D7A1C89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53837-D9D2-304C-8E99-784247AC54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111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DB3D6-9937-C471-B281-91732F5CE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316EB8-77D0-2E55-0DBE-47E0F4F1ED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FE1C3A-3C28-40DA-07C0-6F1A20DA9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C42DE-20E7-B947-98AE-BA8D10C43E80}" type="datetimeFigureOut">
              <a:rPr lang="en-US" smtClean="0"/>
              <a:t>10/14/24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A1D596-EFDF-2738-48BE-7BAB9B06D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A235D9-231A-2389-EB3A-9C32E40C0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53837-D9D2-304C-8E99-784247AC54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096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0ED9A-B3FD-A7E6-B4F0-3D2C3436C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85E34E-9722-EFD0-D2E6-E803810853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54AA15-7444-4110-32D3-2B0FD20BB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C42DE-20E7-B947-98AE-BA8D10C43E80}" type="datetimeFigureOut">
              <a:rPr lang="en-US" smtClean="0"/>
              <a:t>10/14/24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FF4E9-A0D0-B0F1-1217-BCA3CFC2F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ABDDD8-A452-E997-05BC-5CE53F3CA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53837-D9D2-304C-8E99-784247AC54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880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8726F-C7FF-005C-54DA-79FD71699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A0E75-656B-5D74-9A19-C63F2066C0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128BEB-1AD9-6455-B02C-770B201A17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238AFF-0507-E83B-C7E5-29142E48B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C42DE-20E7-B947-98AE-BA8D10C43E80}" type="datetimeFigureOut">
              <a:rPr lang="en-US" smtClean="0"/>
              <a:t>10/14/24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B62BB9-BF45-2E92-9C3A-6FB0AE78F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7A2CC3-F085-70D7-68F2-76C748CB6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53837-D9D2-304C-8E99-784247AC54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5962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8A53F-6A0F-8DB1-9137-2C90EA042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65C403-6EAE-0400-ADEB-8CF46241A0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A790AC-CD0F-17E9-2C5D-6A53FB8DA6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56975F-758D-9A70-12C0-361D2C3EB7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B4462E-F865-FFE0-C5A7-1ED4EB9F01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DC5AB1-D51F-F1FB-F9BF-4504741FC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C42DE-20E7-B947-98AE-BA8D10C43E80}" type="datetimeFigureOut">
              <a:rPr lang="en-US" smtClean="0"/>
              <a:t>10/14/24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D1C442-5CFE-872E-87DB-93F6E2534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046056-6205-FBD4-5816-BA04E732E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53837-D9D2-304C-8E99-784247AC54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409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0310A-D599-38D5-929D-7FBA6A5B3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414A4A-3050-76C2-26D9-752CD3F94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C42DE-20E7-B947-98AE-BA8D10C43E80}" type="datetimeFigureOut">
              <a:rPr lang="en-US" smtClean="0"/>
              <a:t>10/14/24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AB9225-340A-E6BF-E8A6-2249B6DA1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E20CCA-0BB1-E897-9A46-BE248D4B9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53837-D9D2-304C-8E99-784247AC54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815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F7F8AC-8B90-9797-6BE1-1C47C0981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C42DE-20E7-B947-98AE-BA8D10C43E80}" type="datetimeFigureOut">
              <a:rPr lang="en-US" smtClean="0"/>
              <a:t>10/14/24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1889DF-C94D-E71F-F189-E3881042B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B65B0A-28CB-1498-00C3-98635123E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53837-D9D2-304C-8E99-784247AC54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2103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4A861-79D9-4B60-CA55-D2B34F1C9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1B54F-5201-B918-7295-5AF98026FA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538C16-5753-24A5-41A1-2E414E860C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410613-F1BD-C29D-A969-4BC58DDD6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C42DE-20E7-B947-98AE-BA8D10C43E80}" type="datetimeFigureOut">
              <a:rPr lang="en-US" smtClean="0"/>
              <a:t>10/14/24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167487-0C9B-AFC9-17AB-76FE427A5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C4D843-197E-6173-E959-E4A8F4E46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53837-D9D2-304C-8E99-784247AC54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6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044F1-63A8-B038-A8BB-2542BCD72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F6E6AF-DE3C-5828-89EC-698C9E2AD5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52FBA9-AD68-3421-FB6B-26D48572BE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4F9DA7-7C57-3276-765B-3BFFE7E58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C42DE-20E7-B947-98AE-BA8D10C43E80}" type="datetimeFigureOut">
              <a:rPr lang="en-US" smtClean="0"/>
              <a:t>10/14/24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23A1FF-D6F8-4B2E-5B3D-8F1CD037B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EE9844-414E-4BEB-0B0A-9F60F5A64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53837-D9D2-304C-8E99-784247AC54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1783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33953-0DA4-622A-E1BB-991131366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CA795F-9219-E4B7-1A89-C881C0AF37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05BEF8-C419-7609-8381-9ABEB6D4C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C42DE-20E7-B947-98AE-BA8D10C43E80}" type="datetimeFigureOut">
              <a:rPr lang="en-US" smtClean="0"/>
              <a:t>10/14/24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6A43C2-415F-E634-FC14-00545DFC0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4DB568-3A0D-D694-A918-B1A9C29FD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53837-D9D2-304C-8E99-784247AC54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222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DC1FD8-E1A7-E9D9-6BF7-0CB575320F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C7C716-177E-9C33-EEDE-75F796AA39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8127A-86BE-C9AC-9CDB-EF6907F57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C42DE-20E7-B947-98AE-BA8D10C43E80}" type="datetimeFigureOut">
              <a:rPr lang="en-US" smtClean="0"/>
              <a:t>10/14/24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F8816D-2CE4-FCBB-6A51-A1D45E475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778DE7-9868-EDB9-9A82-FF6B88797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53837-D9D2-304C-8E99-784247AC54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1142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9A3B3E-E64C-68E7-6CCE-ACF89CF0A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A51967-04E0-A5F3-C848-6A3051BF44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AAF6B9-278D-EF52-B460-6810EA01D9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5C42DE-20E7-B947-98AE-BA8D10C43E80}" type="datetimeFigureOut">
              <a:rPr lang="en-US" smtClean="0"/>
              <a:t>10/14/24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B5AA40-B52D-52A7-8D97-2A508C40DD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D9586B-2D01-48DC-6AF6-75A54472FE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B53837-D9D2-304C-8E99-784247AC54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709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ustomXml" Target="../ink/ink6.xml"/><Relationship Id="rId13" Type="http://schemas.openxmlformats.org/officeDocument/2006/relationships/customXml" Target="../ink/ink10.xml"/><Relationship Id="rId18" Type="http://schemas.openxmlformats.org/officeDocument/2006/relationships/customXml" Target="../ink/ink15.xml"/><Relationship Id="rId3" Type="http://schemas.openxmlformats.org/officeDocument/2006/relationships/image" Target="../media/image1.png"/><Relationship Id="rId7" Type="http://schemas.openxmlformats.org/officeDocument/2006/relationships/customXml" Target="../ink/ink5.xml"/><Relationship Id="rId12" Type="http://schemas.openxmlformats.org/officeDocument/2006/relationships/customXml" Target="../ink/ink9.xml"/><Relationship Id="rId17" Type="http://schemas.openxmlformats.org/officeDocument/2006/relationships/customXml" Target="../ink/ink14.xml"/><Relationship Id="rId2" Type="http://schemas.openxmlformats.org/officeDocument/2006/relationships/customXml" Target="../ink/ink1.xml"/><Relationship Id="rId16" Type="http://schemas.openxmlformats.org/officeDocument/2006/relationships/customXml" Target="../ink/ink1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.xml"/><Relationship Id="rId11" Type="http://schemas.openxmlformats.org/officeDocument/2006/relationships/image" Target="../media/image2.png"/><Relationship Id="rId5" Type="http://schemas.openxmlformats.org/officeDocument/2006/relationships/customXml" Target="../ink/ink3.xml"/><Relationship Id="rId15" Type="http://schemas.openxmlformats.org/officeDocument/2006/relationships/customXml" Target="../ink/ink12.xml"/><Relationship Id="rId10" Type="http://schemas.openxmlformats.org/officeDocument/2006/relationships/customXml" Target="../ink/ink8.xml"/><Relationship Id="rId4" Type="http://schemas.openxmlformats.org/officeDocument/2006/relationships/customXml" Target="../ink/ink2.xml"/><Relationship Id="rId9" Type="http://schemas.openxmlformats.org/officeDocument/2006/relationships/customXml" Target="../ink/ink7.xml"/><Relationship Id="rId14" Type="http://schemas.openxmlformats.org/officeDocument/2006/relationships/customXml" Target="../ink/ink11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.png"/><Relationship Id="rId18" Type="http://schemas.openxmlformats.org/officeDocument/2006/relationships/customXml" Target="../ink/ink28.xml"/><Relationship Id="rId26" Type="http://schemas.openxmlformats.org/officeDocument/2006/relationships/customXml" Target="../ink/ink36.xml"/><Relationship Id="rId3" Type="http://schemas.openxmlformats.org/officeDocument/2006/relationships/customXml" Target="../ink/ink16.xml"/><Relationship Id="rId21" Type="http://schemas.openxmlformats.org/officeDocument/2006/relationships/customXml" Target="../ink/ink31.xml"/><Relationship Id="rId34" Type="http://schemas.openxmlformats.org/officeDocument/2006/relationships/customXml" Target="../ink/ink44.xml"/><Relationship Id="rId7" Type="http://schemas.openxmlformats.org/officeDocument/2006/relationships/image" Target="../media/image5.png"/><Relationship Id="rId12" Type="http://schemas.openxmlformats.org/officeDocument/2006/relationships/customXml" Target="../ink/ink23.xml"/><Relationship Id="rId17" Type="http://schemas.openxmlformats.org/officeDocument/2006/relationships/customXml" Target="../ink/ink27.xml"/><Relationship Id="rId25" Type="http://schemas.openxmlformats.org/officeDocument/2006/relationships/customXml" Target="../ink/ink35.xml"/><Relationship Id="rId33" Type="http://schemas.openxmlformats.org/officeDocument/2006/relationships/customXml" Target="../ink/ink43.xml"/><Relationship Id="rId2" Type="http://schemas.openxmlformats.org/officeDocument/2006/relationships/image" Target="../media/image3.png"/><Relationship Id="rId16" Type="http://schemas.openxmlformats.org/officeDocument/2006/relationships/customXml" Target="../ink/ink26.xml"/><Relationship Id="rId20" Type="http://schemas.openxmlformats.org/officeDocument/2006/relationships/customXml" Target="../ink/ink30.xml"/><Relationship Id="rId29" Type="http://schemas.openxmlformats.org/officeDocument/2006/relationships/customXml" Target="../ink/ink39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8.xml"/><Relationship Id="rId11" Type="http://schemas.openxmlformats.org/officeDocument/2006/relationships/customXml" Target="../ink/ink22.xml"/><Relationship Id="rId24" Type="http://schemas.openxmlformats.org/officeDocument/2006/relationships/customXml" Target="../ink/ink34.xml"/><Relationship Id="rId32" Type="http://schemas.openxmlformats.org/officeDocument/2006/relationships/customXml" Target="../ink/ink42.xml"/><Relationship Id="rId5" Type="http://schemas.openxmlformats.org/officeDocument/2006/relationships/customXml" Target="../ink/ink17.xml"/><Relationship Id="rId15" Type="http://schemas.openxmlformats.org/officeDocument/2006/relationships/customXml" Target="../ink/ink25.xml"/><Relationship Id="rId23" Type="http://schemas.openxmlformats.org/officeDocument/2006/relationships/customXml" Target="../ink/ink33.xml"/><Relationship Id="rId28" Type="http://schemas.openxmlformats.org/officeDocument/2006/relationships/customXml" Target="../ink/ink38.xml"/><Relationship Id="rId10" Type="http://schemas.openxmlformats.org/officeDocument/2006/relationships/customXml" Target="../ink/ink21.xml"/><Relationship Id="rId19" Type="http://schemas.openxmlformats.org/officeDocument/2006/relationships/customXml" Target="../ink/ink29.xml"/><Relationship Id="rId31" Type="http://schemas.openxmlformats.org/officeDocument/2006/relationships/customXml" Target="../ink/ink41.xml"/><Relationship Id="rId4" Type="http://schemas.openxmlformats.org/officeDocument/2006/relationships/image" Target="../media/image4.png"/><Relationship Id="rId9" Type="http://schemas.openxmlformats.org/officeDocument/2006/relationships/customXml" Target="../ink/ink20.xml"/><Relationship Id="rId14" Type="http://schemas.openxmlformats.org/officeDocument/2006/relationships/customXml" Target="../ink/ink24.xml"/><Relationship Id="rId22" Type="http://schemas.openxmlformats.org/officeDocument/2006/relationships/customXml" Target="../ink/ink32.xml"/><Relationship Id="rId27" Type="http://schemas.openxmlformats.org/officeDocument/2006/relationships/customXml" Target="../ink/ink37.xml"/><Relationship Id="rId30" Type="http://schemas.openxmlformats.org/officeDocument/2006/relationships/customXml" Target="../ink/ink40.xml"/><Relationship Id="rId35" Type="http://schemas.openxmlformats.org/officeDocument/2006/relationships/customXml" Target="../ink/ink45.xml"/><Relationship Id="rId8" Type="http://schemas.openxmlformats.org/officeDocument/2006/relationships/customXml" Target="../ink/ink1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C367CC-972A-EB1A-64A4-3B08FD9AAD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286" y="1165867"/>
            <a:ext cx="5586714" cy="531595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main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Solve MP, get x and </a:t>
            </a:r>
            <a:r>
              <a:rPr lang="en-US" dirty="0" err="1"/>
              <a:t>z</a:t>
            </a:r>
            <a:r>
              <a:rPr lang="en-US" baseline="30000" dirty="0" err="1"/>
              <a:t>k</a:t>
            </a:r>
            <a:r>
              <a:rPr lang="en-US" dirty="0"/>
              <a:t>, for each k in K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For each cell k in K:</a:t>
            </a:r>
          </a:p>
          <a:p>
            <a:pPr lvl="1"/>
            <a:r>
              <a:rPr lang="en-US" dirty="0"/>
              <a:t>Check if </a:t>
            </a:r>
            <a:r>
              <a:rPr lang="en-US" dirty="0" err="1"/>
              <a:t>z</a:t>
            </a:r>
            <a:r>
              <a:rPr lang="en-US" baseline="30000" dirty="0" err="1"/>
              <a:t>k</a:t>
            </a:r>
            <a:r>
              <a:rPr lang="en-US" dirty="0"/>
              <a:t> - g(x, c</a:t>
            </a:r>
            <a:r>
              <a:rPr lang="en-US" baseline="30000" dirty="0"/>
              <a:t>k</a:t>
            </a:r>
            <a:r>
              <a:rPr lang="en-US" dirty="0"/>
              <a:t>) &lt;= delta1 for all cells in K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If 2 is satisfied, for each cell k in K:</a:t>
            </a:r>
          </a:p>
          <a:p>
            <a:pPr lvl="1"/>
            <a:r>
              <a:rPr lang="en-US" dirty="0"/>
              <a:t>Check if g(x, c</a:t>
            </a:r>
            <a:r>
              <a:rPr lang="en-US" baseline="30000" dirty="0"/>
              <a:t>k</a:t>
            </a:r>
            <a:r>
              <a:rPr lang="en-US" dirty="0"/>
              <a:t>) – h(x, c</a:t>
            </a:r>
            <a:r>
              <a:rPr lang="en-US" baseline="30000" dirty="0"/>
              <a:t>k</a:t>
            </a:r>
            <a:r>
              <a:rPr lang="en-US" dirty="0"/>
              <a:t>) &lt;= delta2 for all cells in K</a:t>
            </a:r>
          </a:p>
          <a:p>
            <a:pPr lvl="1"/>
            <a:r>
              <a:rPr lang="en-US" dirty="0"/>
              <a:t>Yes: Move on</a:t>
            </a:r>
          </a:p>
          <a:p>
            <a:pPr lvl="1"/>
            <a:r>
              <a:rPr lang="en-US" dirty="0"/>
              <a:t>No: Split cell k into 2.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64EC39-81DA-E448-6F37-5C86B1CC0DB2}"/>
              </a:ext>
            </a:extLst>
          </p:cNvPr>
          <p:cNvSpPr txBox="1"/>
          <p:nvPr/>
        </p:nvSpPr>
        <p:spPr>
          <a:xfrm>
            <a:off x="0" y="0"/>
            <a:ext cx="268765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Terminating conditions</a:t>
            </a:r>
            <a:r>
              <a:rPr lang="en-US" dirty="0"/>
              <a:t> </a:t>
            </a:r>
          </a:p>
          <a:p>
            <a:r>
              <a:rPr lang="en-US" dirty="0" err="1"/>
              <a:t>z</a:t>
            </a:r>
            <a:r>
              <a:rPr lang="en-US" baseline="30000" dirty="0" err="1"/>
              <a:t>k</a:t>
            </a:r>
            <a:r>
              <a:rPr lang="en-US" dirty="0"/>
              <a:t> - g(x, c</a:t>
            </a:r>
            <a:r>
              <a:rPr lang="en-US" baseline="30000" dirty="0"/>
              <a:t>k</a:t>
            </a:r>
            <a:r>
              <a:rPr lang="en-US" dirty="0"/>
              <a:t>) &lt;= delta1</a:t>
            </a:r>
          </a:p>
          <a:p>
            <a:r>
              <a:rPr lang="en-US" dirty="0"/>
              <a:t>g(x, c</a:t>
            </a:r>
            <a:r>
              <a:rPr lang="en-US" baseline="30000" dirty="0"/>
              <a:t>k</a:t>
            </a:r>
            <a:r>
              <a:rPr lang="en-US" dirty="0"/>
              <a:t>) – h(x, c</a:t>
            </a:r>
            <a:r>
              <a:rPr lang="en-US" baseline="30000" dirty="0"/>
              <a:t>k</a:t>
            </a:r>
            <a:r>
              <a:rPr lang="en-US" dirty="0"/>
              <a:t>) &lt;= delta2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42000FF-A9F9-6F33-A128-52AE05B5EFAD}"/>
              </a:ext>
            </a:extLst>
          </p:cNvPr>
          <p:cNvSpPr/>
          <p:nvPr/>
        </p:nvSpPr>
        <p:spPr>
          <a:xfrm>
            <a:off x="2395961" y="4595148"/>
            <a:ext cx="3379806" cy="439838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EFF024-8B66-B1A3-220B-0B6CF6CA3957}"/>
              </a:ext>
            </a:extLst>
          </p:cNvPr>
          <p:cNvSpPr txBox="1"/>
          <p:nvPr/>
        </p:nvSpPr>
        <p:spPr>
          <a:xfrm>
            <a:off x="7000965" y="3444525"/>
            <a:ext cx="16321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UB</a:t>
            </a:r>
            <a:r>
              <a:rPr lang="en-US" baseline="-25000" dirty="0" err="1"/>
              <a:t>Orig</a:t>
            </a:r>
            <a:r>
              <a:rPr lang="en-US" dirty="0"/>
              <a:t> = g(x, c</a:t>
            </a:r>
            <a:r>
              <a:rPr lang="en-US" baseline="30000" dirty="0"/>
              <a:t>k</a:t>
            </a:r>
            <a:r>
              <a:rPr lang="en-US" dirty="0"/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FECDA9-B8AA-6EF0-1833-6DA59D09D981}"/>
              </a:ext>
            </a:extLst>
          </p:cNvPr>
          <p:cNvSpPr txBox="1"/>
          <p:nvPr/>
        </p:nvSpPr>
        <p:spPr>
          <a:xfrm>
            <a:off x="7014591" y="5436427"/>
            <a:ext cx="1604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LB</a:t>
            </a:r>
            <a:r>
              <a:rPr lang="en-US" baseline="-25000" dirty="0" err="1"/>
              <a:t>Orig</a:t>
            </a:r>
            <a:r>
              <a:rPr lang="en-US" dirty="0"/>
              <a:t> = h(x, c</a:t>
            </a:r>
            <a:r>
              <a:rPr lang="en-US" baseline="30000" dirty="0"/>
              <a:t>k</a:t>
            </a:r>
            <a:r>
              <a:rPr lang="en-US" dirty="0"/>
              <a:t>)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7708480-200C-5E80-092F-0B719DDE4DCA}"/>
              </a:ext>
            </a:extLst>
          </p:cNvPr>
          <p:cNvCxnSpPr>
            <a:stCxn id="7" idx="2"/>
            <a:endCxn id="8" idx="0"/>
          </p:cNvCxnSpPr>
          <p:nvPr/>
        </p:nvCxnSpPr>
        <p:spPr>
          <a:xfrm>
            <a:off x="7817054" y="3813857"/>
            <a:ext cx="1" cy="162257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AEF8AD0-F2E3-79D9-C993-73E118E7C482}"/>
              </a:ext>
            </a:extLst>
          </p:cNvPr>
          <p:cNvSpPr txBox="1"/>
          <p:nvPr/>
        </p:nvSpPr>
        <p:spPr>
          <a:xfrm>
            <a:off x="6699814" y="4286451"/>
            <a:ext cx="2280577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(True Unknown) Expected shortest-path cost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9B7E75-B301-8D78-D5DA-F4A07F42A604}"/>
              </a:ext>
            </a:extLst>
          </p:cNvPr>
          <p:cNvSpPr/>
          <p:nvPr/>
        </p:nvSpPr>
        <p:spPr>
          <a:xfrm>
            <a:off x="9352344" y="923330"/>
            <a:ext cx="1504709" cy="14147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8828DACA-5D77-17D5-7176-8D66EF317150}"/>
                  </a:ext>
                </a:extLst>
              </p14:cNvPr>
              <p14:cNvContentPartPr/>
              <p14:nvPr/>
            </p14:nvContentPartPr>
            <p14:xfrm>
              <a:off x="9607776" y="1180372"/>
              <a:ext cx="360" cy="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8828DACA-5D77-17D5-7176-8D66EF31715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99136" y="1171732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01CD0C33-9FAC-FDC8-15A9-F78265F0FF55}"/>
                  </a:ext>
                </a:extLst>
              </p14:cNvPr>
              <p14:cNvContentPartPr/>
              <p14:nvPr/>
            </p14:nvContentPartPr>
            <p14:xfrm>
              <a:off x="9641976" y="1519132"/>
              <a:ext cx="360" cy="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01CD0C33-9FAC-FDC8-15A9-F78265F0FF5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633336" y="1510492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1BD9F7D0-5140-038C-357F-6F2F4FCFC54C}"/>
                  </a:ext>
                </a:extLst>
              </p14:cNvPr>
              <p14:cNvContentPartPr/>
              <p14:nvPr/>
            </p14:nvContentPartPr>
            <p14:xfrm>
              <a:off x="10513536" y="1455412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1BD9F7D0-5140-038C-357F-6F2F4FCFC54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504536" y="1446412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4B38309B-638E-B2ED-47CF-BEA5083DDE02}"/>
                  </a:ext>
                </a:extLst>
              </p14:cNvPr>
              <p14:cNvContentPartPr/>
              <p14:nvPr/>
            </p14:nvContentPartPr>
            <p14:xfrm>
              <a:off x="9964176" y="1196572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4B38309B-638E-B2ED-47CF-BEA5083DDE0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955176" y="1187932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020DC7B4-13F2-28A6-97E2-B69C87F1179A}"/>
                  </a:ext>
                </a:extLst>
              </p14:cNvPr>
              <p14:cNvContentPartPr/>
              <p14:nvPr/>
            </p14:nvContentPartPr>
            <p14:xfrm>
              <a:off x="9972816" y="1885972"/>
              <a:ext cx="360" cy="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020DC7B4-13F2-28A6-97E2-B69C87F1179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964176" y="1876972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40BD629D-301E-4522-439C-E2C9959AAB4E}"/>
                  </a:ext>
                </a:extLst>
              </p14:cNvPr>
              <p14:cNvContentPartPr/>
              <p14:nvPr/>
            </p14:nvContentPartPr>
            <p14:xfrm>
              <a:off x="10687416" y="1885972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40BD629D-301E-4522-439C-E2C9959AAB4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678416" y="1876972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BB24CBBD-6427-F4ED-9295-7E73A91BA30A}"/>
                  </a:ext>
                </a:extLst>
              </p14:cNvPr>
              <p14:cNvContentPartPr/>
              <p14:nvPr/>
            </p14:nvContentPartPr>
            <p14:xfrm>
              <a:off x="10501296" y="2176492"/>
              <a:ext cx="360" cy="3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BB24CBBD-6427-F4ED-9295-7E73A91BA30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492296" y="2167852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4392DEEA-3FD8-797E-BB6F-5132D390DC87}"/>
                  </a:ext>
                </a:extLst>
              </p14:cNvPr>
              <p14:cNvContentPartPr/>
              <p14:nvPr/>
            </p14:nvContentPartPr>
            <p14:xfrm>
              <a:off x="10185576" y="1432012"/>
              <a:ext cx="3240" cy="324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4392DEEA-3FD8-797E-BB6F-5132D390DC8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0176936" y="1423372"/>
                <a:ext cx="20880" cy="2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9AB8DDCB-2F4B-29FF-75A1-4DA25355D876}"/>
                  </a:ext>
                </a:extLst>
              </p14:cNvPr>
              <p14:cNvContentPartPr/>
              <p14:nvPr/>
            </p14:nvContentPartPr>
            <p14:xfrm>
              <a:off x="9482496" y="2156332"/>
              <a:ext cx="360" cy="3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9AB8DDCB-2F4B-29FF-75A1-4DA25355D87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473496" y="2147332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E7FBBB07-6817-1110-0C4A-5073330E0738}"/>
                  </a:ext>
                </a:extLst>
              </p14:cNvPr>
              <p14:cNvContentPartPr/>
              <p14:nvPr/>
            </p14:nvContentPartPr>
            <p14:xfrm>
              <a:off x="10054536" y="2197732"/>
              <a:ext cx="360" cy="3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E7FBBB07-6817-1110-0C4A-5073330E073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045536" y="2189092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91538A1C-E627-DB00-47C7-1ADD3379EFC4}"/>
                  </a:ext>
                </a:extLst>
              </p14:cNvPr>
              <p14:cNvContentPartPr/>
              <p14:nvPr/>
            </p14:nvContentPartPr>
            <p14:xfrm>
              <a:off x="9537936" y="1864732"/>
              <a:ext cx="360" cy="3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91538A1C-E627-DB00-47C7-1ADD3379EFC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9296" y="1855732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2CA98DBD-2142-549D-52BC-9CC5D9523A8D}"/>
                  </a:ext>
                </a:extLst>
              </p14:cNvPr>
              <p14:cNvContentPartPr/>
              <p14:nvPr/>
            </p14:nvContentPartPr>
            <p14:xfrm>
              <a:off x="10403376" y="1147972"/>
              <a:ext cx="360" cy="36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2CA98DBD-2142-549D-52BC-9CC5D9523A8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394736" y="1138972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5E72250F-7FC8-3889-0823-64F65B387E8A}"/>
                  </a:ext>
                </a:extLst>
              </p14:cNvPr>
              <p14:cNvContentPartPr/>
              <p14:nvPr/>
            </p14:nvContentPartPr>
            <p14:xfrm>
              <a:off x="10399776" y="1734052"/>
              <a:ext cx="360" cy="36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5E72250F-7FC8-3889-0823-64F65B387E8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391136" y="1725412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FFDB43F1-3537-8AE7-B362-F4141776326F}"/>
                  </a:ext>
                </a:extLst>
              </p14:cNvPr>
              <p14:cNvContentPartPr/>
              <p14:nvPr/>
            </p14:nvContentPartPr>
            <p14:xfrm>
              <a:off x="9851496" y="1585732"/>
              <a:ext cx="360" cy="3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FFDB43F1-3537-8AE7-B362-F4141776326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842496" y="1577092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E3656AA7-1678-9D93-9AB1-C7D2360C5350}"/>
                  </a:ext>
                </a:extLst>
              </p14:cNvPr>
              <p14:cNvContentPartPr/>
              <p14:nvPr/>
            </p14:nvContentPartPr>
            <p14:xfrm>
              <a:off x="10709016" y="1214932"/>
              <a:ext cx="360" cy="3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E3656AA7-1678-9D93-9AB1-C7D2360C535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700376" y="1205932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C2DF85E3-B15E-5396-0CE8-A14EB84EB55C}"/>
              </a:ext>
            </a:extLst>
          </p:cNvPr>
          <p:cNvSpPr txBox="1"/>
          <p:nvPr/>
        </p:nvSpPr>
        <p:spPr>
          <a:xfrm>
            <a:off x="9688010" y="590309"/>
            <a:ext cx="744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Cell k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9ADD427-2F37-6906-F521-F94886481137}"/>
              </a:ext>
            </a:extLst>
          </p:cNvPr>
          <p:cNvCxnSpPr/>
          <p:nvPr/>
        </p:nvCxnSpPr>
        <p:spPr>
          <a:xfrm>
            <a:off x="8264324" y="1214932"/>
            <a:ext cx="1343452" cy="3042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EB457075-038E-4248-3612-472AF41D0665}"/>
              </a:ext>
            </a:extLst>
          </p:cNvPr>
          <p:cNvSpPr txBox="1"/>
          <p:nvPr/>
        </p:nvSpPr>
        <p:spPr>
          <a:xfrm>
            <a:off x="7265605" y="822614"/>
            <a:ext cx="1885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cost realization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AAD34ED-DC2B-D646-821F-8E0A8A7B7AD9}"/>
              </a:ext>
            </a:extLst>
          </p:cNvPr>
          <p:cNvSpPr txBox="1"/>
          <p:nvPr/>
        </p:nvSpPr>
        <p:spPr>
          <a:xfrm>
            <a:off x="9357020" y="2783311"/>
            <a:ext cx="26607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Confidence Interval from Sequential Sampling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C374ABE-A4C3-2C2F-5BA2-33E4D1FE6E92}"/>
              </a:ext>
            </a:extLst>
          </p:cNvPr>
          <p:cNvSpPr txBox="1"/>
          <p:nvPr/>
        </p:nvSpPr>
        <p:spPr>
          <a:xfrm>
            <a:off x="6481798" y="3071462"/>
            <a:ext cx="27302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Original Bounding Models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D2698D3-4BA9-EF2C-5736-30631407BF37}"/>
              </a:ext>
            </a:extLst>
          </p:cNvPr>
          <p:cNvSpPr txBox="1"/>
          <p:nvPr/>
        </p:nvSpPr>
        <p:spPr>
          <a:xfrm>
            <a:off x="9866445" y="3439793"/>
            <a:ext cx="16851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UB</a:t>
            </a:r>
            <a:r>
              <a:rPr lang="en-US" baseline="-25000" dirty="0" err="1"/>
              <a:t>Seq</a:t>
            </a:r>
            <a:r>
              <a:rPr lang="en-US" dirty="0"/>
              <a:t> = from CI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7DC4DBE-C931-E874-936C-981797B878EF}"/>
              </a:ext>
            </a:extLst>
          </p:cNvPr>
          <p:cNvSpPr txBox="1"/>
          <p:nvPr/>
        </p:nvSpPr>
        <p:spPr>
          <a:xfrm>
            <a:off x="10195894" y="5445752"/>
            <a:ext cx="10262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LB</a:t>
            </a:r>
            <a:r>
              <a:rPr lang="en-US" baseline="-25000" dirty="0" err="1"/>
              <a:t>Seq</a:t>
            </a:r>
            <a:r>
              <a:rPr lang="en-US" dirty="0"/>
              <a:t> = ?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7540DE11-4CD4-C71D-B681-C66DBDE4055E}"/>
              </a:ext>
            </a:extLst>
          </p:cNvPr>
          <p:cNvCxnSpPr>
            <a:stCxn id="38" idx="2"/>
            <a:endCxn id="39" idx="0"/>
          </p:cNvCxnSpPr>
          <p:nvPr/>
        </p:nvCxnSpPr>
        <p:spPr>
          <a:xfrm>
            <a:off x="10709016" y="3809125"/>
            <a:ext cx="0" cy="163662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DEA5CAAC-AAFF-D267-C9BC-7D89BA984F79}"/>
              </a:ext>
            </a:extLst>
          </p:cNvPr>
          <p:cNvSpPr txBox="1"/>
          <p:nvPr/>
        </p:nvSpPr>
        <p:spPr>
          <a:xfrm>
            <a:off x="9547127" y="4286451"/>
            <a:ext cx="2280577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Sample-based Expected shortest-path cost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B938DC1-F837-73E0-57E4-D5AE4D86F29D}"/>
              </a:ext>
            </a:extLst>
          </p:cNvPr>
          <p:cNvSpPr txBox="1"/>
          <p:nvPr/>
        </p:nvSpPr>
        <p:spPr>
          <a:xfrm>
            <a:off x="6875363" y="5987075"/>
            <a:ext cx="49523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we have </a:t>
            </a:r>
            <a:r>
              <a:rPr lang="en-US" dirty="0" err="1"/>
              <a:t>LB</a:t>
            </a:r>
            <a:r>
              <a:rPr lang="en-US" baseline="-25000" dirty="0" err="1"/>
              <a:t>Orig</a:t>
            </a:r>
            <a:r>
              <a:rPr lang="en-US" dirty="0"/>
              <a:t>&lt;= </a:t>
            </a:r>
            <a:r>
              <a:rPr lang="en-US" dirty="0" err="1"/>
              <a:t>LB</a:t>
            </a:r>
            <a:r>
              <a:rPr lang="en-US" baseline="-25000" dirty="0" err="1"/>
              <a:t>Seq</a:t>
            </a:r>
            <a:r>
              <a:rPr lang="en-US" baseline="-25000" dirty="0"/>
              <a:t> </a:t>
            </a:r>
            <a:r>
              <a:rPr lang="en-US" dirty="0"/>
              <a:t>&lt;= </a:t>
            </a:r>
            <a:r>
              <a:rPr lang="en-US" dirty="0" err="1"/>
              <a:t>UB</a:t>
            </a:r>
            <a:r>
              <a:rPr lang="en-US" baseline="-25000" dirty="0" err="1"/>
              <a:t>Seq</a:t>
            </a:r>
            <a:r>
              <a:rPr lang="en-US" baseline="-25000" dirty="0"/>
              <a:t> </a:t>
            </a:r>
            <a:r>
              <a:rPr lang="en-US" dirty="0"/>
              <a:t>&lt;= </a:t>
            </a:r>
            <a:r>
              <a:rPr lang="en-US" dirty="0" err="1"/>
              <a:t>UB</a:t>
            </a:r>
            <a:r>
              <a:rPr lang="en-US" baseline="-25000" dirty="0" err="1"/>
              <a:t>Orig</a:t>
            </a:r>
            <a:r>
              <a:rPr lang="en-US" dirty="0"/>
              <a:t> then we don’t partition k even if </a:t>
            </a:r>
            <a:r>
              <a:rPr lang="en-US" dirty="0" err="1"/>
              <a:t>UB</a:t>
            </a:r>
            <a:r>
              <a:rPr lang="en-US" baseline="-25000" dirty="0" err="1"/>
              <a:t>Orig</a:t>
            </a:r>
            <a:r>
              <a:rPr lang="en-US" dirty="0"/>
              <a:t> – </a:t>
            </a:r>
            <a:r>
              <a:rPr lang="en-US" dirty="0" err="1"/>
              <a:t>LB</a:t>
            </a:r>
            <a:r>
              <a:rPr lang="en-US" baseline="-25000" dirty="0" err="1"/>
              <a:t>Orig</a:t>
            </a:r>
            <a:r>
              <a:rPr lang="en-US" baseline="-25000" dirty="0"/>
              <a:t> </a:t>
            </a:r>
            <a:r>
              <a:rPr lang="en-US" dirty="0"/>
              <a:t>&gt; delta2</a:t>
            </a:r>
          </a:p>
        </p:txBody>
      </p:sp>
    </p:spTree>
    <p:extLst>
      <p:ext uri="{BB962C8B-B14F-4D97-AF65-F5344CB8AC3E}">
        <p14:creationId xmlns:p14="http://schemas.microsoft.com/office/powerpoint/2010/main" val="36461439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D27D0-C76C-7FF0-A786-90125ABBF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004880-4B63-1B78-F176-A9F6ED9DA3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286" y="1165868"/>
            <a:ext cx="5586714" cy="31393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main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Solve MP, get x and </a:t>
            </a:r>
            <a:r>
              <a:rPr lang="en-US" sz="2000" dirty="0" err="1"/>
              <a:t>z</a:t>
            </a:r>
            <a:r>
              <a:rPr lang="en-US" sz="2000" baseline="30000" dirty="0" err="1"/>
              <a:t>k</a:t>
            </a:r>
            <a:r>
              <a:rPr lang="en-US" sz="2000" dirty="0"/>
              <a:t>, for each k in K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For each cell k in K:</a:t>
            </a:r>
          </a:p>
          <a:p>
            <a:pPr lvl="1"/>
            <a:r>
              <a:rPr lang="en-US" sz="1800" dirty="0"/>
              <a:t>Check if </a:t>
            </a:r>
            <a:r>
              <a:rPr lang="en-US" sz="1800" dirty="0" err="1"/>
              <a:t>z</a:t>
            </a:r>
            <a:r>
              <a:rPr lang="en-US" sz="1800" baseline="30000" dirty="0" err="1"/>
              <a:t>k</a:t>
            </a:r>
            <a:r>
              <a:rPr lang="en-US" sz="1800" dirty="0"/>
              <a:t> - g(x, c</a:t>
            </a:r>
            <a:r>
              <a:rPr lang="en-US" sz="1800" baseline="30000" dirty="0"/>
              <a:t>k</a:t>
            </a:r>
            <a:r>
              <a:rPr lang="en-US" sz="1800" dirty="0"/>
              <a:t>) &lt;= delta1 for all cells in K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If 2 is satisfied, for each cell k in K:</a:t>
            </a:r>
          </a:p>
          <a:p>
            <a:pPr lvl="1"/>
            <a:r>
              <a:rPr lang="en-US" sz="1800" dirty="0"/>
              <a:t>Check if g(x, c</a:t>
            </a:r>
            <a:r>
              <a:rPr lang="en-US" sz="1800" baseline="30000" dirty="0"/>
              <a:t>k</a:t>
            </a:r>
            <a:r>
              <a:rPr lang="en-US" sz="1800" dirty="0"/>
              <a:t>) – h(x, c</a:t>
            </a:r>
            <a:r>
              <a:rPr lang="en-US" sz="1800" baseline="30000" dirty="0"/>
              <a:t>k</a:t>
            </a:r>
            <a:r>
              <a:rPr lang="en-US" sz="1800" dirty="0"/>
              <a:t>) &lt;= delta2 for all cells in K</a:t>
            </a:r>
          </a:p>
          <a:p>
            <a:pPr lvl="1"/>
            <a:r>
              <a:rPr lang="en-US" sz="1800" dirty="0"/>
              <a:t>Yes: Move on</a:t>
            </a:r>
          </a:p>
          <a:p>
            <a:pPr lvl="1"/>
            <a:r>
              <a:rPr lang="en-US" sz="1800" dirty="0"/>
              <a:t>No: Split cell k into 2.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DA8AD8-A85A-4316-A5C7-F0249D0E1EC1}"/>
              </a:ext>
            </a:extLst>
          </p:cNvPr>
          <p:cNvSpPr txBox="1"/>
          <p:nvPr/>
        </p:nvSpPr>
        <p:spPr>
          <a:xfrm>
            <a:off x="0" y="0"/>
            <a:ext cx="268765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Terminating conditions</a:t>
            </a:r>
            <a:r>
              <a:rPr lang="en-US" dirty="0"/>
              <a:t> </a:t>
            </a:r>
          </a:p>
          <a:p>
            <a:r>
              <a:rPr lang="en-US" dirty="0" err="1"/>
              <a:t>z</a:t>
            </a:r>
            <a:r>
              <a:rPr lang="en-US" baseline="30000" dirty="0" err="1"/>
              <a:t>k</a:t>
            </a:r>
            <a:r>
              <a:rPr lang="en-US" dirty="0"/>
              <a:t> - g(x, c</a:t>
            </a:r>
            <a:r>
              <a:rPr lang="en-US" baseline="30000" dirty="0"/>
              <a:t>k</a:t>
            </a:r>
            <a:r>
              <a:rPr lang="en-US" dirty="0"/>
              <a:t>) &lt;= delta1</a:t>
            </a:r>
          </a:p>
          <a:p>
            <a:r>
              <a:rPr lang="en-US" dirty="0"/>
              <a:t>g(x, c</a:t>
            </a:r>
            <a:r>
              <a:rPr lang="en-US" baseline="30000" dirty="0"/>
              <a:t>k</a:t>
            </a:r>
            <a:r>
              <a:rPr lang="en-US" dirty="0"/>
              <a:t>) – h(x, c</a:t>
            </a:r>
            <a:r>
              <a:rPr lang="en-US" baseline="30000" dirty="0"/>
              <a:t>k</a:t>
            </a:r>
            <a:r>
              <a:rPr lang="en-US" dirty="0"/>
              <a:t>) &lt;= delta2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CA2F9F-814A-98F1-901F-26300224087F}"/>
              </a:ext>
            </a:extLst>
          </p:cNvPr>
          <p:cNvSpPr/>
          <p:nvPr/>
        </p:nvSpPr>
        <p:spPr>
          <a:xfrm>
            <a:off x="2091161" y="2989162"/>
            <a:ext cx="2600582" cy="439838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9BD5A7-DE7A-5C44-22CE-87D5322B80E3}"/>
              </a:ext>
            </a:extLst>
          </p:cNvPr>
          <p:cNvSpPr txBox="1"/>
          <p:nvPr/>
        </p:nvSpPr>
        <p:spPr>
          <a:xfrm>
            <a:off x="403327" y="4229133"/>
            <a:ext cx="5976249" cy="258532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If True: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/>
                </a:solidFill>
              </a:rPr>
              <a:t>Done with cell k</a:t>
            </a:r>
          </a:p>
          <a:p>
            <a:r>
              <a:rPr lang="en-US" dirty="0">
                <a:solidFill>
                  <a:schemeClr val="accent1"/>
                </a:solidFill>
              </a:rPr>
              <a:t>If False: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/>
                </a:solidFill>
              </a:rPr>
              <a:t>Pick N using (32)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/>
                </a:solidFill>
              </a:rPr>
              <a:t>Variance?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/>
                </a:solidFill>
              </a:rPr>
              <a:t>Epsilon = 1% of the original delta2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/>
                </a:solidFill>
              </a:rPr>
              <a:t>𝛿 = 0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/>
                </a:solidFill>
              </a:rPr>
              <a:t>|X| = size of the set of feasible interdiction solutions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/>
                </a:solidFill>
              </a:rPr>
              <a:t>𝛼=0.01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B6A373C-7BBD-D3C5-FFCA-004F3117F3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0629" y="0"/>
            <a:ext cx="4441371" cy="2386992"/>
          </a:xfrm>
          <a:prstGeom prst="rect">
            <a:avLst/>
          </a:prstGeom>
        </p:spPr>
      </p:pic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705BD12-22F6-B8F7-6030-B0F9E8A18D38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3391452" y="3429000"/>
            <a:ext cx="0" cy="10341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09357238-20E2-C186-44E4-18CD3064DBA2}"/>
              </a:ext>
            </a:extLst>
          </p:cNvPr>
          <p:cNvSpPr/>
          <p:nvPr/>
        </p:nvSpPr>
        <p:spPr>
          <a:xfrm>
            <a:off x="9481529" y="3238670"/>
            <a:ext cx="1504709" cy="14147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77772B97-E891-C55F-DF6E-F2F7AE233DC3}"/>
                  </a:ext>
                </a:extLst>
              </p14:cNvPr>
              <p14:cNvContentPartPr/>
              <p14:nvPr/>
            </p14:nvContentPartPr>
            <p14:xfrm>
              <a:off x="9736961" y="3495712"/>
              <a:ext cx="360" cy="36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77772B97-E891-C55F-DF6E-F2F7AE233DC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727961" y="3486712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51A6C190-7BD8-7C11-07C5-722ED0A97CB2}"/>
                  </a:ext>
                </a:extLst>
              </p14:cNvPr>
              <p14:cNvContentPartPr/>
              <p14:nvPr/>
            </p14:nvContentPartPr>
            <p14:xfrm>
              <a:off x="9771161" y="3834472"/>
              <a:ext cx="360" cy="36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51A6C190-7BD8-7C11-07C5-722ED0A97CB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762161" y="3825472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07B81B4A-5B7E-644D-AC98-F368F9CC4704}"/>
                  </a:ext>
                </a:extLst>
              </p14:cNvPr>
              <p14:cNvContentPartPr/>
              <p14:nvPr/>
            </p14:nvContentPartPr>
            <p14:xfrm>
              <a:off x="10642721" y="3770752"/>
              <a:ext cx="360" cy="36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07B81B4A-5B7E-644D-AC98-F368F9CC470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633721" y="3761752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4A1021C8-C4D8-10BB-B8A8-2977AAF69369}"/>
                  </a:ext>
                </a:extLst>
              </p14:cNvPr>
              <p14:cNvContentPartPr/>
              <p14:nvPr/>
            </p14:nvContentPartPr>
            <p14:xfrm>
              <a:off x="10093361" y="3511912"/>
              <a:ext cx="360" cy="36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4A1021C8-C4D8-10BB-B8A8-2977AAF6936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084361" y="3502912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D67F395C-6F51-D584-EF79-4479EE3C9E5F}"/>
                  </a:ext>
                </a:extLst>
              </p14:cNvPr>
              <p14:cNvContentPartPr/>
              <p14:nvPr/>
            </p14:nvContentPartPr>
            <p14:xfrm>
              <a:off x="10102001" y="4201312"/>
              <a:ext cx="360" cy="36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D67F395C-6F51-D584-EF79-4479EE3C9E5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093001" y="4192312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252D9DCB-D33A-02C0-6C21-681C3D59B0B8}"/>
                  </a:ext>
                </a:extLst>
              </p14:cNvPr>
              <p14:cNvContentPartPr/>
              <p14:nvPr/>
            </p14:nvContentPartPr>
            <p14:xfrm>
              <a:off x="10816601" y="4201312"/>
              <a:ext cx="360" cy="36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252D9DCB-D33A-02C0-6C21-681C3D59B0B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807601" y="4192312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D47F8E18-50AC-E309-ADBC-056CD8F8CB46}"/>
                  </a:ext>
                </a:extLst>
              </p14:cNvPr>
              <p14:cNvContentPartPr/>
              <p14:nvPr/>
            </p14:nvContentPartPr>
            <p14:xfrm>
              <a:off x="10630481" y="4491832"/>
              <a:ext cx="360" cy="36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D47F8E18-50AC-E309-ADBC-056CD8F8CB4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621481" y="4482832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4F21F7B7-17D4-4EA7-385B-14D5627F815B}"/>
                  </a:ext>
                </a:extLst>
              </p14:cNvPr>
              <p14:cNvContentPartPr/>
              <p14:nvPr/>
            </p14:nvContentPartPr>
            <p14:xfrm>
              <a:off x="10314761" y="3747352"/>
              <a:ext cx="3240" cy="3240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4F21F7B7-17D4-4EA7-385B-14D5627F815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0305761" y="3738352"/>
                <a:ext cx="20880" cy="2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5C64CA64-4084-77EA-7681-B91AB5188982}"/>
                  </a:ext>
                </a:extLst>
              </p14:cNvPr>
              <p14:cNvContentPartPr/>
              <p14:nvPr/>
            </p14:nvContentPartPr>
            <p14:xfrm>
              <a:off x="9611681" y="4471672"/>
              <a:ext cx="360" cy="36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5C64CA64-4084-77EA-7681-B91AB518898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602681" y="4462672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D45C0649-1EDC-549B-64D3-5E3AE3B0C524}"/>
                  </a:ext>
                </a:extLst>
              </p14:cNvPr>
              <p14:cNvContentPartPr/>
              <p14:nvPr/>
            </p14:nvContentPartPr>
            <p14:xfrm>
              <a:off x="10183721" y="4513072"/>
              <a:ext cx="360" cy="36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D45C0649-1EDC-549B-64D3-5E3AE3B0C52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174721" y="4504072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C98ED7A7-5773-277D-75EA-2F4DAECE4CF3}"/>
                  </a:ext>
                </a:extLst>
              </p14:cNvPr>
              <p14:cNvContentPartPr/>
              <p14:nvPr/>
            </p14:nvContentPartPr>
            <p14:xfrm>
              <a:off x="9667121" y="4180072"/>
              <a:ext cx="360" cy="36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C98ED7A7-5773-277D-75EA-2F4DAECE4CF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658121" y="4171072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EB927109-6DA7-8916-6600-A3C9CA809267}"/>
                  </a:ext>
                </a:extLst>
              </p14:cNvPr>
              <p14:cNvContentPartPr/>
              <p14:nvPr/>
            </p14:nvContentPartPr>
            <p14:xfrm>
              <a:off x="10532561" y="3463312"/>
              <a:ext cx="360" cy="36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EB927109-6DA7-8916-6600-A3C9CA80926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523561" y="3454312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C064638B-F4AB-2537-5FCB-BF6B09532670}"/>
                  </a:ext>
                </a:extLst>
              </p14:cNvPr>
              <p14:cNvContentPartPr/>
              <p14:nvPr/>
            </p14:nvContentPartPr>
            <p14:xfrm>
              <a:off x="10528961" y="4049392"/>
              <a:ext cx="360" cy="36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C064638B-F4AB-2537-5FCB-BF6B0953267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519961" y="4040392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A69BAC89-3CBA-01DF-2364-9856E2A190D0}"/>
                  </a:ext>
                </a:extLst>
              </p14:cNvPr>
              <p14:cNvContentPartPr/>
              <p14:nvPr/>
            </p14:nvContentPartPr>
            <p14:xfrm>
              <a:off x="9980681" y="3901072"/>
              <a:ext cx="360" cy="360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A69BAC89-3CBA-01DF-2364-9856E2A190D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971681" y="3892072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869DAB5F-F802-FFF1-DB0D-FA9D40DDD877}"/>
                  </a:ext>
                </a:extLst>
              </p14:cNvPr>
              <p14:cNvContentPartPr/>
              <p14:nvPr/>
            </p14:nvContentPartPr>
            <p14:xfrm>
              <a:off x="10838201" y="3530272"/>
              <a:ext cx="360" cy="36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869DAB5F-F802-FFF1-DB0D-FA9D40DDD87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829201" y="3521272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66" name="TextBox 65">
            <a:extLst>
              <a:ext uri="{FF2B5EF4-FFF2-40B4-BE49-F238E27FC236}">
                <a16:creationId xmlns:a16="http://schemas.microsoft.com/office/drawing/2014/main" id="{83A94429-F51C-C110-8196-734ED52B2A2C}"/>
              </a:ext>
            </a:extLst>
          </p:cNvPr>
          <p:cNvSpPr txBox="1"/>
          <p:nvPr/>
        </p:nvSpPr>
        <p:spPr>
          <a:xfrm>
            <a:off x="9811664" y="2754149"/>
            <a:ext cx="744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Cell k</a:t>
            </a:r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6B3E62C5-F5F3-44C1-588D-CABB13FDEC2A}"/>
              </a:ext>
            </a:extLst>
          </p:cNvPr>
          <p:cNvCxnSpPr>
            <a:cxnSpLocks/>
          </p:cNvCxnSpPr>
          <p:nvPr/>
        </p:nvCxnSpPr>
        <p:spPr>
          <a:xfrm flipV="1">
            <a:off x="10528961" y="4046977"/>
            <a:ext cx="0" cy="606449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Rectangle 69">
            <a:extLst>
              <a:ext uri="{FF2B5EF4-FFF2-40B4-BE49-F238E27FC236}">
                <a16:creationId xmlns:a16="http://schemas.microsoft.com/office/drawing/2014/main" id="{988556C3-6F15-3123-D0B1-7E5AD1804A76}"/>
              </a:ext>
            </a:extLst>
          </p:cNvPr>
          <p:cNvSpPr/>
          <p:nvPr/>
        </p:nvSpPr>
        <p:spPr>
          <a:xfrm>
            <a:off x="9481529" y="4926668"/>
            <a:ext cx="1504709" cy="14147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AAC07E78-17C1-B425-4EEE-845BA9E0BECE}"/>
                  </a:ext>
                </a:extLst>
              </p14:cNvPr>
              <p14:cNvContentPartPr/>
              <p14:nvPr/>
            </p14:nvContentPartPr>
            <p14:xfrm>
              <a:off x="9736961" y="5183710"/>
              <a:ext cx="360" cy="360"/>
            </p14:xfrm>
          </p:contentPart>
        </mc:Choice>
        <mc:Fallback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AAC07E78-17C1-B425-4EEE-845BA9E0BEC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727961" y="517471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3A85C2D2-E7B9-C5E3-48A4-7072E89D8E1C}"/>
                  </a:ext>
                </a:extLst>
              </p14:cNvPr>
              <p14:cNvContentPartPr/>
              <p14:nvPr/>
            </p14:nvContentPartPr>
            <p14:xfrm>
              <a:off x="9771161" y="5522470"/>
              <a:ext cx="360" cy="360"/>
            </p14:xfrm>
          </p:contentPart>
        </mc:Choice>
        <mc:Fallback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3A85C2D2-E7B9-C5E3-48A4-7072E89D8E1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762161" y="551347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9971A4C6-156A-43CE-7AD4-15C11BE45049}"/>
                  </a:ext>
                </a:extLst>
              </p14:cNvPr>
              <p14:cNvContentPartPr/>
              <p14:nvPr/>
            </p14:nvContentPartPr>
            <p14:xfrm>
              <a:off x="10642721" y="5458750"/>
              <a:ext cx="360" cy="360"/>
            </p14:xfrm>
          </p:contentPart>
        </mc:Choice>
        <mc:Fallback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9971A4C6-156A-43CE-7AD4-15C11BE4504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633721" y="544975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CD036125-4C96-A7EC-26C8-9C9A8171E0B5}"/>
                  </a:ext>
                </a:extLst>
              </p14:cNvPr>
              <p14:cNvContentPartPr/>
              <p14:nvPr/>
            </p14:nvContentPartPr>
            <p14:xfrm>
              <a:off x="10093361" y="5199910"/>
              <a:ext cx="360" cy="360"/>
            </p14:xfrm>
          </p:contentPart>
        </mc:Choice>
        <mc:Fallback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CD036125-4C96-A7EC-26C8-9C9A8171E0B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084361" y="519091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82F16488-D825-EA8D-88D3-6475708E5D85}"/>
                  </a:ext>
                </a:extLst>
              </p14:cNvPr>
              <p14:cNvContentPartPr/>
              <p14:nvPr/>
            </p14:nvContentPartPr>
            <p14:xfrm>
              <a:off x="10102001" y="5889310"/>
              <a:ext cx="360" cy="360"/>
            </p14:xfrm>
          </p:contentPart>
        </mc:Choice>
        <mc:Fallback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82F16488-D825-EA8D-88D3-6475708E5D8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093001" y="588031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8936AE0C-62BB-E097-46C0-568D9900C213}"/>
                  </a:ext>
                </a:extLst>
              </p14:cNvPr>
              <p14:cNvContentPartPr/>
              <p14:nvPr/>
            </p14:nvContentPartPr>
            <p14:xfrm>
              <a:off x="10816601" y="5889310"/>
              <a:ext cx="360" cy="360"/>
            </p14:xfrm>
          </p:contentPart>
        </mc:Choice>
        <mc:Fallback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8936AE0C-62BB-E097-46C0-568D9900C21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807601" y="588031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94E43C52-2663-239D-39A2-DADC348B9A01}"/>
                  </a:ext>
                </a:extLst>
              </p14:cNvPr>
              <p14:cNvContentPartPr/>
              <p14:nvPr/>
            </p14:nvContentPartPr>
            <p14:xfrm>
              <a:off x="10630481" y="6179830"/>
              <a:ext cx="360" cy="360"/>
            </p14:xfrm>
          </p:contentPart>
        </mc:Choice>
        <mc:Fallback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94E43C52-2663-239D-39A2-DADC348B9A0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621481" y="617083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A16B8E91-278A-6D9C-8CFE-D948DA93F1D7}"/>
                  </a:ext>
                </a:extLst>
              </p14:cNvPr>
              <p14:cNvContentPartPr/>
              <p14:nvPr/>
            </p14:nvContentPartPr>
            <p14:xfrm>
              <a:off x="10314761" y="5435350"/>
              <a:ext cx="3240" cy="3240"/>
            </p14:xfrm>
          </p:contentPart>
        </mc:Choice>
        <mc:Fallback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A16B8E91-278A-6D9C-8CFE-D948DA93F1D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0305761" y="5426350"/>
                <a:ext cx="20880" cy="2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AAB47E0C-30A2-AD0D-79FA-73ADE711FFD0}"/>
                  </a:ext>
                </a:extLst>
              </p14:cNvPr>
              <p14:cNvContentPartPr/>
              <p14:nvPr/>
            </p14:nvContentPartPr>
            <p14:xfrm>
              <a:off x="9611681" y="6159670"/>
              <a:ext cx="360" cy="360"/>
            </p14:xfrm>
          </p:contentPart>
        </mc:Choice>
        <mc:Fallback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AAB47E0C-30A2-AD0D-79FA-73ADE711FFD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602681" y="615067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2B5D5EE7-B4EE-589E-EB24-1EFC3642AFE7}"/>
                  </a:ext>
                </a:extLst>
              </p14:cNvPr>
              <p14:cNvContentPartPr/>
              <p14:nvPr/>
            </p14:nvContentPartPr>
            <p14:xfrm>
              <a:off x="10183721" y="6201070"/>
              <a:ext cx="360" cy="360"/>
            </p14:xfrm>
          </p:contentPart>
        </mc:Choice>
        <mc:Fallback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2B5D5EE7-B4EE-589E-EB24-1EFC3642AFE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174721" y="619207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5543CE28-6244-A97A-C857-B484471DABA8}"/>
                  </a:ext>
                </a:extLst>
              </p14:cNvPr>
              <p14:cNvContentPartPr/>
              <p14:nvPr/>
            </p14:nvContentPartPr>
            <p14:xfrm>
              <a:off x="9667121" y="5868070"/>
              <a:ext cx="360" cy="360"/>
            </p14:xfrm>
          </p:contentPart>
        </mc:Choice>
        <mc:Fallback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5543CE28-6244-A97A-C857-B484471DABA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658121" y="585907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38C970E7-20CC-A930-443B-9334C1C3D809}"/>
                  </a:ext>
                </a:extLst>
              </p14:cNvPr>
              <p14:cNvContentPartPr/>
              <p14:nvPr/>
            </p14:nvContentPartPr>
            <p14:xfrm>
              <a:off x="10532561" y="5151310"/>
              <a:ext cx="360" cy="360"/>
            </p14:xfrm>
          </p:contentPart>
        </mc:Choice>
        <mc:Fallback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38C970E7-20CC-A930-443B-9334C1C3D80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523561" y="514231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F53CDCE2-E0DA-9A69-3438-5D8B2175F938}"/>
                  </a:ext>
                </a:extLst>
              </p14:cNvPr>
              <p14:cNvContentPartPr/>
              <p14:nvPr/>
            </p14:nvContentPartPr>
            <p14:xfrm>
              <a:off x="10528961" y="5737390"/>
              <a:ext cx="360" cy="360"/>
            </p14:xfrm>
          </p:contentPart>
        </mc:Choice>
        <mc:Fallback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F53CDCE2-E0DA-9A69-3438-5D8B2175F93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519961" y="572839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56AB6F95-9A99-9E21-9746-73F2AF7B066C}"/>
                  </a:ext>
                </a:extLst>
              </p14:cNvPr>
              <p14:cNvContentPartPr/>
              <p14:nvPr/>
            </p14:nvContentPartPr>
            <p14:xfrm>
              <a:off x="9980681" y="5589070"/>
              <a:ext cx="360" cy="360"/>
            </p14:xfrm>
          </p:contentPart>
        </mc:Choice>
        <mc:Fallback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56AB6F95-9A99-9E21-9746-73F2AF7B066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971681" y="558007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FB70044A-D3B4-B24D-DE39-6A1F0F5D3435}"/>
                  </a:ext>
                </a:extLst>
              </p14:cNvPr>
              <p14:cNvContentPartPr/>
              <p14:nvPr/>
            </p14:nvContentPartPr>
            <p14:xfrm>
              <a:off x="10838201" y="5218270"/>
              <a:ext cx="360" cy="360"/>
            </p14:xfrm>
          </p:contentPart>
        </mc:Choice>
        <mc:Fallback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FB70044A-D3B4-B24D-DE39-6A1F0F5D343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829201" y="5209270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86" name="TextBox 85">
            <a:extLst>
              <a:ext uri="{FF2B5EF4-FFF2-40B4-BE49-F238E27FC236}">
                <a16:creationId xmlns:a16="http://schemas.microsoft.com/office/drawing/2014/main" id="{F80E8AFF-7748-A127-EFA8-ABBCC02250B4}"/>
              </a:ext>
            </a:extLst>
          </p:cNvPr>
          <p:cNvSpPr txBox="1"/>
          <p:nvPr/>
        </p:nvSpPr>
        <p:spPr>
          <a:xfrm>
            <a:off x="8978166" y="4596290"/>
            <a:ext cx="388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</a:t>
            </a: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11E2D970-C978-4C17-6A93-16A79302E11B}"/>
              </a:ext>
            </a:extLst>
          </p:cNvPr>
          <p:cNvCxnSpPr>
            <a:cxnSpLocks/>
          </p:cNvCxnSpPr>
          <p:nvPr/>
        </p:nvCxnSpPr>
        <p:spPr>
          <a:xfrm flipH="1">
            <a:off x="9456901" y="5879136"/>
            <a:ext cx="1529337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E0124B24-4A2E-6623-A700-F1C69C4D21AA}"/>
              </a:ext>
            </a:extLst>
          </p:cNvPr>
          <p:cNvSpPr txBox="1"/>
          <p:nvPr/>
        </p:nvSpPr>
        <p:spPr>
          <a:xfrm>
            <a:off x="6853440" y="3677645"/>
            <a:ext cx="26212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Compare it with g(x, c</a:t>
            </a:r>
            <a:r>
              <a:rPr lang="en-US" baseline="30000" dirty="0"/>
              <a:t>k</a:t>
            </a:r>
            <a:r>
              <a:rPr lang="en-US" dirty="0"/>
              <a:t>)?</a:t>
            </a:r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69C1C98F-20F9-B565-F5A1-DE2CDAA53439}"/>
              </a:ext>
            </a:extLst>
          </p:cNvPr>
          <p:cNvCxnSpPr>
            <a:cxnSpLocks/>
          </p:cNvCxnSpPr>
          <p:nvPr/>
        </p:nvCxnSpPr>
        <p:spPr>
          <a:xfrm flipV="1">
            <a:off x="10642721" y="3747352"/>
            <a:ext cx="0" cy="906074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272AA519-4ED3-C178-D489-F4E69703232F}"/>
              </a:ext>
            </a:extLst>
          </p:cNvPr>
          <p:cNvCxnSpPr>
            <a:cxnSpLocks/>
          </p:cNvCxnSpPr>
          <p:nvPr/>
        </p:nvCxnSpPr>
        <p:spPr>
          <a:xfrm flipV="1">
            <a:off x="10816601" y="4174796"/>
            <a:ext cx="0" cy="576693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4736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5402F-2005-2635-4F15-D5B9A5F97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33ED43-34A4-71CF-0413-6AC1458BD4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E3F54C5-9F0C-3F01-C22D-3F958D6BC039}"/>
              </a:ext>
            </a:extLst>
          </p:cNvPr>
          <p:cNvSpPr/>
          <p:nvPr/>
        </p:nvSpPr>
        <p:spPr>
          <a:xfrm>
            <a:off x="838200" y="4184374"/>
            <a:ext cx="394252" cy="42738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71DB2EA-69DC-6C5C-3E4B-3497A916CE51}"/>
              </a:ext>
            </a:extLst>
          </p:cNvPr>
          <p:cNvSpPr/>
          <p:nvPr/>
        </p:nvSpPr>
        <p:spPr>
          <a:xfrm>
            <a:off x="3048000" y="2895600"/>
            <a:ext cx="394252" cy="42738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9C22159-01B8-E7A6-6362-EFC49C42BB20}"/>
              </a:ext>
            </a:extLst>
          </p:cNvPr>
          <p:cNvSpPr/>
          <p:nvPr/>
        </p:nvSpPr>
        <p:spPr>
          <a:xfrm>
            <a:off x="3048000" y="4866861"/>
            <a:ext cx="659296" cy="42738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11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ECD9734-2A44-2DEF-C6AC-2E1BAD91A2E7}"/>
              </a:ext>
            </a:extLst>
          </p:cNvPr>
          <p:cNvSpPr/>
          <p:nvPr/>
        </p:nvSpPr>
        <p:spPr>
          <a:xfrm>
            <a:off x="5766352" y="3429000"/>
            <a:ext cx="659296" cy="42738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3650163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</TotalTime>
  <Words>351</Words>
  <Application>Microsoft Macintosh PowerPoint</Application>
  <PresentationFormat>Widescreen</PresentationFormat>
  <Paragraphs>50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 Nguyen</dc:creator>
  <cp:lastModifiedBy>Di Nguyen</cp:lastModifiedBy>
  <cp:revision>6</cp:revision>
  <dcterms:created xsi:type="dcterms:W3CDTF">2024-10-07T19:20:59Z</dcterms:created>
  <dcterms:modified xsi:type="dcterms:W3CDTF">2024-10-14T20:48:55Z</dcterms:modified>
</cp:coreProperties>
</file>